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PawSignal – Smart Dog Walk Status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wearable smart tag for dogs that visually indicates whether the dog has been walked.</a:t>
            </a:r>
          </a:p>
          <a:p>
            <a:r>
              <a:t>Goal: Prevent confusion in multi‑person households and ensure pets never miss a walk.</a:t>
            </a:r>
          </a:p>
          <a:p>
            <a:r>
              <a:t>Presenter: Shaul Duek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households with multiple people, dog walks can fall through the cracks.</a:t>
            </a:r>
          </a:p>
          <a:p>
            <a:r>
              <a:t>• One person assumes someone else walked the dog</a:t>
            </a:r>
          </a:p>
          <a:p>
            <a:r>
              <a:t>• No simple way to see walk status</a:t>
            </a:r>
          </a:p>
          <a:p>
            <a:r>
              <a:t>• Existing smart collars focus on GPS or health, not coordination</a:t>
            </a:r>
          </a:p>
          <a:p>
            <a:r>
              <a:t>Opportunity: Create a simple system that communicates walk status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PawSignal: A smart collar tag that indicates walk status through color.</a:t>
            </a:r>
          </a:p>
          <a:p>
            <a:r>
              <a:t>• Visual LED indicator</a:t>
            </a:r>
          </a:p>
          <a:p>
            <a:r>
              <a:t>• Mobile app tracking</a:t>
            </a:r>
          </a:p>
          <a:p>
            <a:r>
              <a:t>• Automatic walk detection</a:t>
            </a:r>
          </a:p>
          <a:p>
            <a:r>
              <a:t>• Shared household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 – Visual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Dog collar shows walk status using light colors.</a:t>
            </a:r>
          </a:p>
          <a:p>
            <a:r>
              <a:t>Red: Needs walk</a:t>
            </a:r>
          </a:p>
          <a:p>
            <a:r>
              <a:t>Green: Walk completed</a:t>
            </a:r>
          </a:p>
          <a:p>
            <a:r>
              <a:t>Yellow: Walk due soon</a:t>
            </a:r>
          </a:p>
          <a:p>
            <a:r>
              <a:t>Blue: Night walk completed</a:t>
            </a:r>
          </a:p>
          <a:p>
            <a:r>
              <a:t>Allows quick understanding without opening the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 factor: Small oval pebble design</a:t>
            </a:r>
          </a:p>
          <a:p>
            <a:r>
              <a:t>Approx size: 45mm x 30mm x 9mm</a:t>
            </a:r>
          </a:p>
          <a:p>
            <a:r>
              <a:t>Materials: Frosted polycarbonate front + aluminum frame</a:t>
            </a:r>
          </a:p>
          <a:p>
            <a:r>
              <a:t>Waterproof: IP67</a:t>
            </a:r>
          </a:p>
          <a:p>
            <a:r>
              <a:t>Battery life: 3–4 weeks</a:t>
            </a:r>
          </a:p>
          <a:p>
            <a:r>
              <a:t>Charging: Magnetic puck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 &amp;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components:</a:t>
            </a:r>
          </a:p>
          <a:p>
            <a:r>
              <a:t>• BLE chip (Nordic nRF52 or similar)</a:t>
            </a:r>
          </a:p>
          <a:p>
            <a:r>
              <a:t>• Accelerometer for motion detection</a:t>
            </a:r>
          </a:p>
          <a:p>
            <a:r>
              <a:t>• RGB LED for visual status</a:t>
            </a:r>
          </a:p>
          <a:p>
            <a:r>
              <a:t>• Rechargeable LiPo battery</a:t>
            </a:r>
          </a:p>
          <a:p>
            <a:r>
              <a:t>• Charging circuitry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Multi‑sensor detection:</a:t>
            </a:r>
          </a:p>
          <a:p>
            <a:r>
              <a:t>• Geofence – dog leaves home area</a:t>
            </a:r>
          </a:p>
          <a:p>
            <a:r>
              <a:t>• Motion – walking movement detected</a:t>
            </a:r>
          </a:p>
          <a:p>
            <a:r>
              <a:t>• Duration – outside for &gt;5 minutes</a:t>
            </a:r>
          </a:p>
          <a:p>
            <a:r>
              <a:t>Result: Walk automatically recorded.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Detection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Optional methods:</a:t>
            </a:r>
          </a:p>
          <a:p>
            <a:r>
              <a:t>• Wi‑Fi disconnect detection</a:t>
            </a:r>
          </a:p>
          <a:p>
            <a:r>
              <a:t>• Bluetooth proximity to owner's phone</a:t>
            </a:r>
          </a:p>
          <a:p>
            <a:r>
              <a:t>• Door beacon sensor</a:t>
            </a:r>
          </a:p>
          <a:p>
            <a:r>
              <a:t>• Manual tap on tag or app confirmation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App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inspired by Apple Fitness, Nest, and Oura.</a:t>
            </a:r>
          </a:p>
          <a:p>
            <a:r>
              <a:t>Core screens:</a:t>
            </a:r>
          </a:p>
          <a:p>
            <a:r>
              <a:t>• Dog status dashboard</a:t>
            </a:r>
          </a:p>
          <a:p>
            <a:r>
              <a:t>• Walk timeline</a:t>
            </a:r>
          </a:p>
          <a:p>
            <a:r>
              <a:t>• Household activity view</a:t>
            </a:r>
          </a:p>
          <a:p>
            <a:r>
              <a:t>• Notifications and reminders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Household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users connected to the same dog profile.</a:t>
            </a:r>
          </a:p>
          <a:p>
            <a:r>
              <a:t>App tracks:</a:t>
            </a:r>
          </a:p>
          <a:p>
            <a:r>
              <a:t>• Who walked the dog</a:t>
            </a:r>
          </a:p>
          <a:p>
            <a:r>
              <a:t>• Walk time and duration</a:t>
            </a:r>
          </a:p>
          <a:p>
            <a:r>
              <a:t>• Notifications to all household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pet collar market growing rapidly.</a:t>
            </a:r>
          </a:p>
          <a:p>
            <a:r>
              <a:t>• Estimated $561M market (2025)</a:t>
            </a:r>
          </a:p>
          <a:p>
            <a:r>
              <a:t>• Expected ~$990M by 2034</a:t>
            </a:r>
          </a:p>
          <a:p>
            <a:r>
              <a:t>PawSignal focuses on a new niche: household coordination.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customers:</a:t>
            </a:r>
          </a:p>
          <a:p>
            <a:r>
              <a:t>• Families with dogs</a:t>
            </a:r>
          </a:p>
          <a:p>
            <a:r>
              <a:t>• Couples</a:t>
            </a:r>
          </a:p>
          <a:p>
            <a:r>
              <a:t>• Roommates</a:t>
            </a:r>
          </a:p>
          <a:p>
            <a:r>
              <a:t>• Dog walkers / pet sitters</a:t>
            </a:r>
          </a:p>
          <a:p>
            <a:r>
              <a:t>Key benefit: eliminating confusion about walks.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Prototype (2–3 months)</a:t>
            </a:r>
          </a:p>
          <a:p>
            <a:r>
              <a:t>• Hardware prototype</a:t>
            </a:r>
          </a:p>
          <a:p>
            <a:r>
              <a:t>• Basic mobile app</a:t>
            </a:r>
          </a:p>
          <a:p>
            <a:r>
              <a:t>Phase 2 – Beta testing</a:t>
            </a:r>
          </a:p>
          <a:p>
            <a:r>
              <a:t>• 20–50 dog owners</a:t>
            </a:r>
          </a:p>
          <a:p>
            <a:r>
              <a:t>Phase 3 – Production</a:t>
            </a:r>
          </a:p>
          <a:p>
            <a:r>
              <a:t>• Industrial design + manufacturing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cost: $40–70 per unit</a:t>
            </a:r>
          </a:p>
          <a:p>
            <a:r>
              <a:t>Mass production cost: $18–30</a:t>
            </a:r>
          </a:p>
          <a:p>
            <a:r>
              <a:t>Retail price target: ~$99</a:t>
            </a:r>
          </a:p>
          <a:p>
            <a:r>
              <a:t>Optional subscription: $2–4/month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expansion features:</a:t>
            </a:r>
          </a:p>
          <a:p>
            <a:r>
              <a:t>• Activity tracking</a:t>
            </a:r>
          </a:p>
          <a:p>
            <a:r>
              <a:t>• Bark detection</a:t>
            </a:r>
          </a:p>
          <a:p>
            <a:r>
              <a:t>• Feeding reminders</a:t>
            </a:r>
          </a:p>
          <a:p>
            <a:r>
              <a:t>• Smart leash integration</a:t>
            </a:r>
          </a:p>
          <a:p>
            <a:r>
              <a:t>• Night safety lighting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intellectual property:</a:t>
            </a:r>
          </a:p>
          <a:p>
            <a:r>
              <a:t>• Wearable pet device showing task completion</a:t>
            </a:r>
          </a:p>
          <a:p>
            <a:r>
              <a:t>• Household coordination system for pet care</a:t>
            </a:r>
          </a:p>
          <a:p>
            <a:r>
              <a:t>• Color‑changing activity status indicator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PawSignal turns the dog into a visible status indicator.</a:t>
            </a:r>
          </a:p>
          <a:p>
            <a:r>
              <a:t>A simple glance answers the question:</a:t>
            </a:r>
          </a:p>
          <a:p>
            <a:r>
              <a:t>“Has the dog been walked today?”</a:t>
            </a:r>
          </a:p>
          <a:p>
            <a:r>
              <a:t>Smart home technology applied to pet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